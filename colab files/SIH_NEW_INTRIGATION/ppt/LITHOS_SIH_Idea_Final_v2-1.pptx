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26001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AI-Based Early Warning and Landslide Risk Monitoring System in NER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Disaster Management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LITHOS – Landslide Intelligence using Temporal &amp; Hyperlocal Observation System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Live web app monitoring 45,390 calibrated slope units across all 8 states of NE India – RED/ORANGE/GREEN risk, updated as rainfall changes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A*-weighted safe routing (avoids RED zones), full offline mode, and one-tap SOS – fixes the "too late, too complex, no real data" gaps in existing systems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Physics-Informed Neural Network (PINN) – 0.88 spatial-holdout ROC-AUC across unseen states, fused with live Sentinel-1 SAR satellite ground-deformation data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Backend: Python, FastAPI, PyTorch (PINN), GeoPandas, Rasterio, WebSockets – Frontend: React 18 + Vite, React-Leaflet, CesiumJS 3D, TailwindCSS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Geotechnical core: Infinite-Slope FoS analysis (GSI soil params) with seismic correction per IS 1893 (Zone V) and IS 14458:1998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Site-specific geology (flysch, colluvium, laterite, charnockite) + InSAR ground deformation from Sentinel-1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09600" y="5100000"/>
            <a:ext cx="1620000" cy="5200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NASA DEM
+ Terrain</a:t>
            </a:r>
          </a:p>
        </p:txBody>
      </p:sp>
      <p:sp>
        <p:nvSpPr>
          <p:cNvPr id="17412" name="Right Arrow 17411"/>
          <p:cNvSpPr/>
          <p:nvPr/>
        </p:nvSpPr>
        <p:spPr>
          <a:xfrm>
            <a:off x="2239600" y="5290000"/>
            <a:ext cx="70000" cy="1400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2309600" y="5100000"/>
            <a:ext cx="1620000" cy="5200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Soil + Rain
Inputs</a:t>
            </a:r>
          </a:p>
        </p:txBody>
      </p:sp>
      <p:sp>
        <p:nvSpPr>
          <p:cNvPr id="17414" name="Right Arrow 17413"/>
          <p:cNvSpPr/>
          <p:nvPr/>
        </p:nvSpPr>
        <p:spPr>
          <a:xfrm>
            <a:off x="3939600" y="5290000"/>
            <a:ext cx="70000" cy="1400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4009600" y="5100000"/>
            <a:ext cx="1620000" cy="520000"/>
          </a:xfrm>
          <a:prstGeom prst="round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Factor of
Safety (FoS)</a:t>
            </a:r>
          </a:p>
        </p:txBody>
      </p:sp>
      <p:sp>
        <p:nvSpPr>
          <p:cNvPr id="17416" name="Right Arrow 17415"/>
          <p:cNvSpPr/>
          <p:nvPr/>
        </p:nvSpPr>
        <p:spPr>
          <a:xfrm>
            <a:off x="5639600" y="5290000"/>
            <a:ext cx="70000" cy="1400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5709600" y="5100000"/>
            <a:ext cx="1620000" cy="52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PINN AI
Refinement</a:t>
            </a:r>
          </a:p>
        </p:txBody>
      </p:sp>
      <p:sp>
        <p:nvSpPr>
          <p:cNvPr id="17418" name="Right Arrow 17417"/>
          <p:cNvSpPr/>
          <p:nvPr/>
        </p:nvSpPr>
        <p:spPr>
          <a:xfrm>
            <a:off x="7339600" y="5290000"/>
            <a:ext cx="70000" cy="1400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7409600" y="5100000"/>
            <a:ext cx="1620000" cy="5200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SAR Fusion
(Sentinel-1)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9039600" y="5290000"/>
            <a:ext cx="70000" cy="1400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9109600" y="5100000"/>
            <a:ext cx="1620000" cy="5200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A* Safe
Routing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09600" y="5680000"/>
            <a:ext cx="105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95959"/>
                </a:solidFill>
              </a:rPr>
              <a:t>End-to-end working pipeline — not a concept diagram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Working, validated system – 11 backend modules, 12 React pages, calibrated PINN (0.88 mean LOSO ROC-AUC, 24/24 integrity tests passed); runs on free/open data so cost is near-zero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Patchy mountain connectivity, satellite/API rate limits, sparse ground-truth landslide records, scaling beyond 9 pilot regions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Offline mode with cached data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, uncertainty bounds via Monte Carlo Dropout, and phased rollout from 9 to 30+ districts using NDMA records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Highway commuters, hill-town residents &amp; remote villages across NER (Sikkim, Meghalaya, Manipur, Nagaland, Assam, Arunachal Pradesh, Mizoram, Tripura); MDoNER, NDRF and district officers via live dashboard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Social: fewer landslide/flash-flood casualties via early RED/ORANGE/GREEN alerts  |  Economic: prevents road-blockage losses and village isolation via safe-route diversion  |  Governance: SOS + evacuation tools cut MDoNER/NDRF response time  |  Environmental: identifies unplanned hill-cutting risk zones for preventive action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09600" y="4750000"/>
            <a:ext cx="2380000" cy="115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0000" rIns="60000" tIns="40000"/>
          <a:lstStyle/>
          <a:p>
            <a:pPr algn="ctr"/>
            <a:r>
              <a:rPr sz="1100" b="1">
                <a:solidFill>
                  <a:srgbClr val="C62828"/>
                </a:solidFill>
                <a:latin typeface="Arial"/>
              </a:rPr>
              <a:t>Commuters &amp;
Hill Residents</a:t>
            </a:r>
          </a:p>
          <a:p>
            <a:pPr algn="ctr"/>
            <a:r>
              <a:rPr sz="950">
                <a:solidFill>
                  <a:srgbClr val="595959"/>
                </a:solidFill>
                <a:latin typeface="Arial"/>
              </a:rPr>
              <a:t>Early warning,
safe routing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074600" y="4750000"/>
            <a:ext cx="2380000" cy="115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0000" rIns="60000" tIns="40000"/>
          <a:lstStyle/>
          <a:p>
            <a:pPr algn="ctr"/>
            <a:r>
              <a:rPr sz="1100" b="1">
                <a:solidFill>
                  <a:srgbClr val="E68A00"/>
                </a:solidFill>
                <a:latin typeface="Arial"/>
              </a:rPr>
              <a:t>Remote
Villages (NER)</a:t>
            </a:r>
          </a:p>
          <a:p>
            <a:pPr algn="ctr"/>
            <a:r>
              <a:rPr sz="950">
                <a:solidFill>
                  <a:srgbClr val="595959"/>
                </a:solidFill>
                <a:latin typeface="Arial"/>
              </a:rPr>
              <a:t>Avoids isolation
from blockages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539600" y="4750000"/>
            <a:ext cx="2380000" cy="115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0000" rIns="60000" tIns="40000"/>
          <a:lstStyle/>
          <a:p>
            <a:pPr algn="ctr"/>
            <a:r>
              <a:rPr sz="1100" b="1">
                <a:solidFill>
                  <a:srgbClr val="1F3A5F"/>
                </a:solidFill>
                <a:latin typeface="Arial"/>
              </a:rPr>
              <a:t>NDRF /
District Officers</a:t>
            </a:r>
          </a:p>
          <a:p>
            <a:pPr algn="ctr"/>
            <a:r>
              <a:rPr sz="950">
                <a:solidFill>
                  <a:srgbClr val="595959"/>
                </a:solidFill>
                <a:latin typeface="Arial"/>
              </a:rPr>
              <a:t>Live SOS &amp;
evacuation tools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8004600" y="4750000"/>
            <a:ext cx="2380000" cy="115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0000" rIns="60000" tIns="40000"/>
          <a:lstStyle/>
          <a:p>
            <a:pPr algn="ctr"/>
            <a:r>
              <a:rPr sz="1100" b="1">
                <a:solidFill>
                  <a:srgbClr val="2E7D32"/>
                </a:solidFill>
                <a:latin typeface="Arial"/>
              </a:rPr>
              <a:t>MDoNER</a:t>
            </a:r>
          </a:p>
          <a:p>
            <a:pPr algn="ctr"/>
            <a:r>
              <a:rPr sz="950">
                <a:solidFill>
                  <a:srgbClr val="595959"/>
                </a:solidFill>
                <a:latin typeface="Arial"/>
              </a:rPr>
              <a:t>Data-backed
policy support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Sajinkumar et al. (2011) &amp; Nair (2006) – slope-stability &amp; soil studies  |  Sattar et al. (2024) – NE India landslide failure-depth research  |  IS 14458:1998 &amp; IS 1893 – Indian Standard geotechnical/seismic codes  |  GSI district resource maps (Geological Survey of India)  |  NASA SRTM DEM, Copernicus Sentinel-1 SAR (Google Earth Engine), Open-Meteo rainfall API, OpenStreetMap road network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